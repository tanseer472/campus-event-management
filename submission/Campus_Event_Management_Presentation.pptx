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F169"/>
                </a:solidFill>
                <a:latin typeface="Aptos"/>
              </a:defRPr>
            </a:pPr>
            <a:r>
              <a:t>MINI PROJECT  /  FULL-STACK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8046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Campus Event</a:t>
            </a:r>
            <a:br/>
            <a:r>
              <a:t>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CE8DE"/>
                </a:solidFill>
                <a:latin typeface="Aptos"/>
              </a:defRPr>
            </a:pPr>
            <a:r>
              <a:t>Discover events. Connect with campus. Register in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49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Prepared by: [Team names]</a:t>
            </a:r>
            <a:br/>
            <a:r>
              <a:t>Course / Semester: [Enter details]</a:t>
            </a:r>
          </a:p>
        </p:txBody>
      </p:sp>
      <p:sp>
        <p:nvSpPr>
          <p:cNvPr id="7" name="Oval 6"/>
          <p:cNvSpPr/>
          <p:nvPr/>
        </p:nvSpPr>
        <p:spPr>
          <a:xfrm>
            <a:off x="8412480" y="1280160"/>
            <a:ext cx="2651760" cy="2651760"/>
          </a:xfrm>
          <a:prstGeom prst="ellipse">
            <a:avLst/>
          </a:prstGeom>
          <a:solidFill>
            <a:srgbClr val="C8F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7968" y="1874519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1C4E36"/>
                </a:solidFill>
                <a:latin typeface="Aptos Display"/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B22"/>
                </a:solidFill>
                <a:latin typeface="Aptos Display"/>
              </a:defRPr>
            </a:pPr>
            <a:r>
              <a:t>Problem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F65"/>
                </a:solidFill>
                <a:latin typeface="Aptos"/>
              </a:defRPr>
            </a:pPr>
            <a:r>
              <a:t>One portal for university events and student registration.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1A2B22"/>
                </a:solidFill>
                <a:latin typeface="Aptos"/>
              </a:defRPr>
            </a:pPr>
            <a:r>
              <a:t>•  Event information can be scattered across notices and social channels.</a:t>
            </a:r>
          </a:p>
          <a:p>
            <a:pPr>
              <a:spcAft>
                <a:spcPts val="1700"/>
              </a:spcAft>
              <a:defRPr sz="2100">
                <a:solidFill>
                  <a:srgbClr val="1A2B22"/>
                </a:solidFill>
                <a:latin typeface="Aptos"/>
              </a:defRPr>
            </a:pPr>
            <a:r>
              <a:t>•  Students need an easy way to find workshops, seminars, sports and competitions.</a:t>
            </a:r>
          </a:p>
          <a:p>
            <a:pPr>
              <a:spcAft>
                <a:spcPts val="1700"/>
              </a:spcAft>
              <a:defRPr sz="2100">
                <a:solidFill>
                  <a:srgbClr val="1A2B22"/>
                </a:solidFill>
                <a:latin typeface="Aptos"/>
              </a:defRPr>
            </a:pPr>
            <a:r>
              <a:t>•  The system centralizes event details and supports student registration.</a:t>
            </a:r>
          </a:p>
          <a:p>
            <a:pPr>
              <a:spcAft>
                <a:spcPts val="1700"/>
              </a:spcAft>
              <a:defRPr sz="2100">
                <a:solidFill>
                  <a:srgbClr val="1A2B22"/>
                </a:solidFill>
                <a:latin typeface="Aptos"/>
              </a:defRPr>
            </a:pPr>
            <a:r>
              <a:t>•  Goal: demonstrate a working full-stack app and collaborative Git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02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B22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F65"/>
                </a:solidFill>
                <a:latin typeface="Aptos"/>
              </a:defRPr>
            </a:pPr>
            <a:r>
              <a:t>Lightweight tools selected for a practical semester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1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134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FRONT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B22"/>
                </a:solidFill>
                <a:latin typeface="Aptos"/>
              </a:defRPr>
            </a:pPr>
            <a:r>
              <a:t>HTML5 · CSS3 · 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1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134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BACK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B22"/>
                </a:solidFill>
                <a:latin typeface="Aptos"/>
              </a:defRPr>
            </a:pPr>
            <a:r>
              <a:t>Python · Flask 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794760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1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59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702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B22"/>
                </a:solidFill>
                <a:latin typeface="Aptos"/>
              </a:defRPr>
            </a:pPr>
            <a:r>
              <a:t>SQLite relational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794760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1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959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702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B22"/>
                </a:solidFill>
                <a:latin typeface="Aptos"/>
              </a:defRPr>
            </a:pPr>
            <a:r>
              <a:t>Git · GitHub · Pull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B22"/>
                </a:solidFill>
                <a:latin typeface="Aptos Display"/>
              </a:defRPr>
            </a:pPr>
            <a:r>
              <a:t>How the application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F65"/>
                </a:solidFill>
                <a:latin typeface="Aptos"/>
              </a:defRPr>
            </a:pPr>
            <a:r>
              <a:t>Frontend and backend communicate through HTTP and JSON.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2331720" cy="1234440"/>
          </a:xfrm>
          <a:prstGeom prst="rect">
            <a:avLst/>
          </a:prstGeom>
          <a:solidFill>
            <a:srgbClr val="1C4E36"/>
          </a:solidFill>
          <a:ln>
            <a:solidFill>
              <a:srgbClr val="1C4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F16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73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Student /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3154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C4E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788920"/>
            <a:ext cx="2331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1C4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4E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73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B22"/>
                </a:solidFill>
                <a:latin typeface="Aptos"/>
              </a:defRPr>
            </a:pPr>
            <a:r>
              <a:t>Browser UI</a:t>
            </a:r>
            <a:br/>
            <a:r>
              <a:t>HTML · CSS · 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3154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C4E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88920"/>
            <a:ext cx="2331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1C4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4E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73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B22"/>
                </a:solidFill>
                <a:latin typeface="Aptos"/>
              </a:defRPr>
            </a:pPr>
            <a:r>
              <a:t>Flask 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3154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C4E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788920"/>
            <a:ext cx="2331720" cy="1234440"/>
          </a:xfrm>
          <a:prstGeom prst="rect">
            <a:avLst/>
          </a:prstGeom>
          <a:solidFill>
            <a:srgbClr val="1C4E36"/>
          </a:solidFill>
          <a:ln>
            <a:solidFill>
              <a:srgbClr val="1C4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F1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73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F6F65"/>
                </a:solidFill>
                <a:latin typeface="Aptos"/>
              </a:defRPr>
            </a:pPr>
            <a:r>
              <a:t>Flask validates requests, reads or updates SQLite, and returns JSON for the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04 /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B22"/>
                </a:solidFill>
                <a:latin typeface="Aptos Display"/>
              </a:defRPr>
            </a:pPr>
            <a:r>
              <a:t>Main application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F65"/>
                </a:solidFill>
                <a:latin typeface="Aptos"/>
              </a:defRPr>
            </a:pPr>
            <a:r>
              <a:t>Features to demonstrate in the live browser.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Event cards with date, time, location, category and remaining seats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Search by event title, description or location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Filter events by category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Student signup, login and logout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Event registration with duplicate and capacity checks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Admin-only event management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05 / DATA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B22"/>
                </a:solidFill>
                <a:latin typeface="Aptos Display"/>
              </a:defRPr>
            </a:pPr>
            <a:r>
              <a:t>Database design and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F65"/>
                </a:solidFill>
                <a:latin typeface="Aptos"/>
              </a:defRPr>
            </a:pPr>
            <a:r>
              <a:t>Three related tables store accounts, events and registrations.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Users: name, unique email, password hash and role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Events: title, description, date, time, location, category and capacity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Registrations: user, event and registration timestamp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API methods include GET, POST, PUT and DELETE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Validation and JSON error messages handle common invalid requests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4E36"/>
                </a:solidFill>
                <a:latin typeface="Aptos"/>
              </a:defRPr>
            </a:pPr>
            <a:r>
              <a:t>06 /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2B22"/>
                </a:solidFill>
                <a:latin typeface="Aptos Display"/>
              </a:defRPr>
            </a:pPr>
            <a:r>
              <a:t>Team collaboration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F65"/>
                </a:solidFill>
                <a:latin typeface="Aptos"/>
              </a:defRPr>
            </a:pPr>
            <a:r>
              <a:t>Use evidence from your actual repository during the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Create task branches instead of developing directly on main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Make meaningful commits and push the feature branch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Create GitHub Issues and assign tasks to real team members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Open Pull Requests for review, then merge approved changes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Capture real screenshots of the repository, branches, commits and PRs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F169"/>
                </a:solidFill>
                <a:latin typeface="Aptos"/>
              </a:defRPr>
            </a:pPr>
            <a:r>
              <a:t>07 / DEMO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Let's see it in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Open the home page and explore events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Search and filter the event list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Sign up / log in and register for an event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Show API health and event JSON endpoints</a:t>
            </a:r>
          </a:p>
          <a:p>
            <a:pPr>
              <a:spcAft>
                <a:spcPts val="1700"/>
              </a:spcAft>
              <a:defRPr sz="1900">
                <a:solidFill>
                  <a:srgbClr val="1A2B22"/>
                </a:solidFill>
                <a:latin typeface="Aptos"/>
              </a:defRPr>
            </a:pPr>
            <a:r>
              <a:t>•  Explain next steps: automated tests, stronger security and 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F169"/>
                </a:solidFill>
                <a:latin typeface="Aptos"/>
              </a:defRPr>
            </a:pPr>
            <a: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